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394960"/>
            <a:ext cx="201168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Meiryo UI"/>
              </a:rPr>
              <a:t>Presentation Title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Meiryo UI"/>
              </a:rPr>
              <a:t>Generated with GitHub Copilot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Replace the title text during the finalize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