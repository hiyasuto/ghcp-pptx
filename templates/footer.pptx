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02020"/>
                </a:solidFill>
                <a:latin typeface="Meiryo UI"/>
              </a:rPr>
              <a:t>参考リンク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02020"/>
                </a:solidFill>
                <a:latin typeface="Meiryo UI"/>
              </a:rPr>
              <a:t>- 参照した URL と参照目的を列挙してください。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eiryo UI"/>
              </a:rPr>
              <a:t>- 必要に応じて短い注釈を追記してください。</a:t>
            </a:r>
          </a:p>
          <a:p>
            <a:pPr algn="l"/>
            <a:r>
              <a:rPr sz="1600" b="0">
                <a:solidFill>
                  <a:srgbClr val="202020"/>
                </a:solidFill>
                <a:latin typeface="Meiryo UI"/>
              </a:rPr>
              <a:t>- このスライドは資料の最終ページとして利用します。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59893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Meiryo UI"/>
              </a:rPr>
              <a:t>GitHub Copilot CLI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